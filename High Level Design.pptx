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668D-2D4E-D454-A687-6C9AF0736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7B1A0-26B7-C224-0AFC-BC60D27F4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12893-9E37-FCFC-69A0-36417BEA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03374-93D4-3E55-36A7-A5119BBA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86CE1-6F36-07AC-2249-1366AEAC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42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640E-5B91-69C9-DB1C-79660B70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C481B-2F56-723B-DB19-C92D8A339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B76B1-4B97-54C7-C1CC-35D05931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9EFC6-D39D-A0BC-5C75-C34A06D8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B63A0-CF4A-ED50-30E1-D4CEF906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40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F054-836A-4755-3B4F-6C6B1500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83018-148A-C39D-9058-1ED552126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D4C1-5CB6-E2E6-C7A4-511C99FA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0DFDD-304A-4632-8DD5-3EDDB409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8604C-AA15-6343-6489-05A0B0D2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25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85D1A-3611-400F-99BA-E0B8E622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25453-1916-6D2F-55E1-43F0C83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876B8-7879-C6B3-C08A-7CA85F0AA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BF34D-D343-BE9E-C0DE-07AC8E8B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1D3A9-C162-9484-D16D-2F2AFA8C9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69EF8-DCB8-EDCD-1898-B7D50910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8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2B18-9898-24E6-E5E6-1C1542B4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DCE50-F4C1-76E1-4A95-185009FF8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32891-83EB-9C25-4D2F-8CA9F2EC5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91B5E-F4EA-3B09-4A8D-70062507C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8F665-4992-71D7-781B-86204CF0A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FBBC3D-AEE4-CCF1-C8DA-1EC883381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9B47F-C7B8-B47B-0B72-1CBDCABE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5A3C3-DAE8-0173-5532-F813AA96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50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0E0E-A598-EB4E-CE5A-1D22B539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C5E2C-433E-42BE-1CFC-481D30A88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4AF11-9442-CC06-C78B-BCB3512E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36E0C-49D9-A823-6AD4-9B57C476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62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172610-E2E7-5208-11B9-170DB96D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8F2BC4-8BE4-386E-C9E3-9B5390BE0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A5C96-FC42-F816-0229-D3F0C671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48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0656-E784-F2C6-F495-8F459B617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02E1-2D28-F3F3-1FA5-068F7DCAC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146C7-C01F-23B8-F443-59FBA453C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A8504-BE52-26A0-7183-EB0C4B507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9EA0B-8CE7-21DA-E580-31A64722C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BC60E-B920-E1B2-7EC7-16A548B8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47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B30A-3814-4B81-FF72-EF8C5483E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67DE00-DA62-2BF4-3FE6-387AE9D144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605DB-570B-15F7-ED8D-7D82E55FB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25134-44DB-07A7-D957-BEBB443C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1AA65-FFED-BEA6-5E3D-33381EF7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60EBC-EAA4-F665-CCEB-1DDBC275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64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0E2A-89F8-A9F9-4569-88C2DBE6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7638C-76E7-0E99-15C6-EF8C841C3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B2254-9584-3DDA-0AA8-6AA5641D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F6634-FD5A-3F94-D26A-282D5176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8A197-A275-FF1A-02C4-43BCC907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1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10B5F-E19E-55BE-52EA-7CEDCDE81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973B3-9CF2-471A-30D2-4E6DFBB79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9675A-5A48-0E50-7F00-19F9FC7A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D1C00-D218-B1CE-801D-DFB49B6D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2BA40-00B3-0FC5-160F-0359CE9E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21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914D9-2B2A-DFAA-ADC5-089B7610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AABF6-97FC-DEBB-BD0B-8DBD34526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6D782-B08F-F8BF-3522-2615E3525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3C4BF-05D7-44C3-A6C9-2F7978F35004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21FE3-4F87-A558-5A95-C2960E047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08DE1-6773-BD8B-1914-289AB61E0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998C8-168E-479F-BEF3-198E8E7A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16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6FDA138-A694-AF46-BFFC-60E7EAC7A303}"/>
              </a:ext>
            </a:extLst>
          </p:cNvPr>
          <p:cNvGrpSpPr/>
          <p:nvPr/>
        </p:nvGrpSpPr>
        <p:grpSpPr>
          <a:xfrm>
            <a:off x="1630097" y="876236"/>
            <a:ext cx="8031714" cy="5649687"/>
            <a:chOff x="1042416" y="418216"/>
            <a:chExt cx="7345046" cy="594711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EE8BAE-0AE6-07CB-152E-94BEA7B716E6}"/>
                </a:ext>
              </a:extLst>
            </p:cNvPr>
            <p:cNvCxnSpPr/>
            <p:nvPr/>
          </p:nvCxnSpPr>
          <p:spPr>
            <a:xfrm>
              <a:off x="1247761" y="888552"/>
              <a:ext cx="0" cy="54767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C46380-7724-D994-14BE-D958E62F4252}"/>
                </a:ext>
              </a:extLst>
            </p:cNvPr>
            <p:cNvSpPr/>
            <p:nvPr/>
          </p:nvSpPr>
          <p:spPr>
            <a:xfrm>
              <a:off x="1472354" y="1897513"/>
              <a:ext cx="1972045" cy="29444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16EB04-BF44-6480-7552-168C25ED8A6A}"/>
                </a:ext>
              </a:extLst>
            </p:cNvPr>
            <p:cNvSpPr/>
            <p:nvPr/>
          </p:nvSpPr>
          <p:spPr>
            <a:xfrm>
              <a:off x="1686241" y="2917054"/>
              <a:ext cx="1480086" cy="126762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400" dirty="0">
                  <a:solidFill>
                    <a:srgbClr val="FFFFFF"/>
                  </a:solidFill>
                  <a:ea typeface="Calibri" panose="020F0502020204030204" pitchFamily="34" charset="0"/>
                  <a:cs typeface="Arial" panose="020B0604020202020204" pitchFamily="34" charset="0"/>
                </a:rPr>
                <a:t>s</a:t>
              </a:r>
              <a:r>
                <a:rPr lang="en-US" sz="1400" kern="1200" dirty="0">
                  <a:solidFill>
                    <a:srgbClr val="FFFFFF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alesforce-</a:t>
              </a:r>
              <a:r>
                <a:rPr lang="en-US" sz="1400" kern="1200" dirty="0" err="1">
                  <a:solidFill>
                    <a:srgbClr val="FFFFFF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sapi</a:t>
              </a:r>
              <a:endPara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03F9C59-C757-CD0E-B106-06660924FD34}"/>
                </a:ext>
              </a:extLst>
            </p:cNvPr>
            <p:cNvCxnSpPr/>
            <p:nvPr/>
          </p:nvCxnSpPr>
          <p:spPr>
            <a:xfrm>
              <a:off x="3614706" y="888552"/>
              <a:ext cx="0" cy="54767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9C7F5EF-D996-86B9-DD12-BBFDA4A2F311}"/>
                </a:ext>
              </a:extLst>
            </p:cNvPr>
            <p:cNvCxnSpPr/>
            <p:nvPr/>
          </p:nvCxnSpPr>
          <p:spPr>
            <a:xfrm>
              <a:off x="8387462" y="880611"/>
              <a:ext cx="0" cy="54767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41">
              <a:extLst>
                <a:ext uri="{FF2B5EF4-FFF2-40B4-BE49-F238E27FC236}">
                  <a16:creationId xmlns:a16="http://schemas.microsoft.com/office/drawing/2014/main" id="{1A0B5D85-8D73-C89B-A1EC-1F523FFE4C64}"/>
                </a:ext>
              </a:extLst>
            </p:cNvPr>
            <p:cNvSpPr txBox="1"/>
            <p:nvPr/>
          </p:nvSpPr>
          <p:spPr>
            <a:xfrm>
              <a:off x="3893089" y="418217"/>
              <a:ext cx="2093595" cy="5035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fontAlgn="base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600" b="1" kern="1200" dirty="0">
                  <a:solidFill>
                    <a:srgbClr val="000000"/>
                  </a:solidFill>
                  <a:effectLst/>
                  <a:latin typeface="Calibri Light" panose="020F03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Process</a:t>
              </a:r>
              <a:r>
                <a:rPr lang="en-US" sz="1600" b="1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kern="1200" dirty="0">
                  <a:solidFill>
                    <a:srgbClr val="000000"/>
                  </a:solidFill>
                  <a:effectLst/>
                  <a:latin typeface="Calibri Light" panose="020F03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Layer</a:t>
              </a:r>
              <a:endParaRPr lang="en-IN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42">
              <a:extLst>
                <a:ext uri="{FF2B5EF4-FFF2-40B4-BE49-F238E27FC236}">
                  <a16:creationId xmlns:a16="http://schemas.microsoft.com/office/drawing/2014/main" id="{98973158-FC2D-CE56-4D64-E63729B3F030}"/>
                </a:ext>
              </a:extLst>
            </p:cNvPr>
            <p:cNvSpPr txBox="1"/>
            <p:nvPr/>
          </p:nvSpPr>
          <p:spPr>
            <a:xfrm>
              <a:off x="6188659" y="418217"/>
              <a:ext cx="2094230" cy="5035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fontAlgn="base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600" b="1" kern="1200" dirty="0">
                  <a:solidFill>
                    <a:srgbClr val="000000"/>
                  </a:solidFill>
                  <a:effectLst/>
                  <a:latin typeface="Calibri Light" panose="020F03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System Layer</a:t>
              </a:r>
              <a:endParaRPr lang="en-IN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Picture 15" descr="Scheduler&quot; Icon - Download for free – Iconduck">
              <a:extLst>
                <a:ext uri="{FF2B5EF4-FFF2-40B4-BE49-F238E27FC236}">
                  <a16:creationId xmlns:a16="http://schemas.microsoft.com/office/drawing/2014/main" id="{5AC612B9-7A00-6F67-3C67-D8D80C74F3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5959" y="954710"/>
              <a:ext cx="440182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14A8BFA-1A58-59B3-B983-976E0A21B83E}"/>
                </a:ext>
              </a:extLst>
            </p:cNvPr>
            <p:cNvCxnSpPr/>
            <p:nvPr/>
          </p:nvCxnSpPr>
          <p:spPr>
            <a:xfrm flipV="1">
              <a:off x="1042416" y="3369743"/>
              <a:ext cx="429938" cy="1151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C0332E6-12DF-42EE-9F75-2529759E0747}"/>
                </a:ext>
              </a:extLst>
            </p:cNvPr>
            <p:cNvSpPr/>
            <p:nvPr/>
          </p:nvSpPr>
          <p:spPr>
            <a:xfrm>
              <a:off x="3801016" y="1897512"/>
              <a:ext cx="1972045" cy="29444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DC8DA5-5B02-BC25-A35C-202CD48E17C4}"/>
                </a:ext>
              </a:extLst>
            </p:cNvPr>
            <p:cNvSpPr/>
            <p:nvPr/>
          </p:nvSpPr>
          <p:spPr>
            <a:xfrm>
              <a:off x="4066007" y="2917054"/>
              <a:ext cx="1480086" cy="129649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400" dirty="0">
                  <a:solidFill>
                    <a:srgbClr val="FFFFFF"/>
                  </a:solidFill>
                  <a:ea typeface="Calibri" panose="020F0502020204030204" pitchFamily="34" charset="0"/>
                  <a:cs typeface="Arial" panose="020B0604020202020204" pitchFamily="34" charset="0"/>
                </a:rPr>
                <a:t>s</a:t>
              </a:r>
              <a:r>
                <a:rPr lang="en-US" sz="1400" kern="1200" dirty="0">
                  <a:solidFill>
                    <a:srgbClr val="FFFFFF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alesforce-customers-</a:t>
              </a:r>
              <a:r>
                <a:rPr lang="en-US" sz="1400" kern="1200" dirty="0" err="1">
                  <a:solidFill>
                    <a:srgbClr val="FFFFFF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papi</a:t>
              </a:r>
              <a:endPara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D066FB1-1BFC-1268-8BDD-6DC239F18AA6}"/>
                </a:ext>
              </a:extLst>
            </p:cNvPr>
            <p:cNvCxnSpPr/>
            <p:nvPr/>
          </p:nvCxnSpPr>
          <p:spPr>
            <a:xfrm>
              <a:off x="4806050" y="1503350"/>
              <a:ext cx="0" cy="1414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561BE97-C0C5-492F-EBC3-B587CA298A52}"/>
                </a:ext>
              </a:extLst>
            </p:cNvPr>
            <p:cNvCxnSpPr/>
            <p:nvPr/>
          </p:nvCxnSpPr>
          <p:spPr>
            <a:xfrm>
              <a:off x="5999853" y="880611"/>
              <a:ext cx="0" cy="54767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239BEB1-DA78-51F2-D8E2-031264B29322}"/>
                </a:ext>
              </a:extLst>
            </p:cNvPr>
            <p:cNvSpPr/>
            <p:nvPr/>
          </p:nvSpPr>
          <p:spPr>
            <a:xfrm>
              <a:off x="6188768" y="1897511"/>
              <a:ext cx="1972045" cy="29444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C4DAFB9-5EB0-A700-87E7-10C17C9C2FA1}"/>
                </a:ext>
              </a:extLst>
            </p:cNvPr>
            <p:cNvSpPr/>
            <p:nvPr/>
          </p:nvSpPr>
          <p:spPr>
            <a:xfrm>
              <a:off x="6428255" y="2916195"/>
              <a:ext cx="1574560" cy="124856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400" dirty="0">
                  <a:solidFill>
                    <a:srgbClr val="FFFFFF"/>
                  </a:solidFill>
                  <a:ea typeface="Calibri" panose="020F0502020204030204" pitchFamily="34" charset="0"/>
                  <a:cs typeface="Arial" panose="020B0604020202020204" pitchFamily="34" charset="0"/>
                </a:rPr>
                <a:t>e</a:t>
              </a:r>
              <a:r>
                <a:rPr lang="en-US" sz="1400" kern="1200" dirty="0">
                  <a:solidFill>
                    <a:srgbClr val="FFFFFF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mail-notification-</a:t>
              </a:r>
              <a:r>
                <a:rPr lang="en-US" sz="1400" kern="1200" dirty="0" err="1">
                  <a:solidFill>
                    <a:srgbClr val="FFFFFF"/>
                  </a:solidFill>
                  <a:effectLst/>
                  <a:ea typeface="Calibri" panose="020F0502020204030204" pitchFamily="34" charset="0"/>
                  <a:cs typeface="Arial" panose="020B0604020202020204" pitchFamily="34" charset="0"/>
                </a:rPr>
                <a:t>sapi</a:t>
              </a:r>
              <a:endParaRPr lang="en-IN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31AE8B8-003E-B5F4-224E-A8CAE678C9C7}"/>
                </a:ext>
              </a:extLst>
            </p:cNvPr>
            <p:cNvCxnSpPr/>
            <p:nvPr/>
          </p:nvCxnSpPr>
          <p:spPr>
            <a:xfrm>
              <a:off x="3166328" y="3408397"/>
              <a:ext cx="899678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73">
              <a:extLst>
                <a:ext uri="{FF2B5EF4-FFF2-40B4-BE49-F238E27FC236}">
                  <a16:creationId xmlns:a16="http://schemas.microsoft.com/office/drawing/2014/main" id="{243D2048-F8EC-DE62-81AF-16E8268B46D4}"/>
                </a:ext>
              </a:extLst>
            </p:cNvPr>
            <p:cNvSpPr txBox="1"/>
            <p:nvPr/>
          </p:nvSpPr>
          <p:spPr>
            <a:xfrm>
              <a:off x="1305601" y="418216"/>
              <a:ext cx="2138798" cy="6799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fontAlgn="base">
                <a:lnSpc>
                  <a:spcPct val="115000"/>
                </a:lnSpc>
                <a:spcAft>
                  <a:spcPts val="1000"/>
                </a:spcAft>
                <a:buNone/>
              </a:pPr>
              <a:r>
                <a:rPr lang="en-US" sz="1600" b="1" kern="1200" dirty="0">
                  <a:solidFill>
                    <a:srgbClr val="000000"/>
                  </a:solidFill>
                  <a:effectLst/>
                  <a:latin typeface="Calibri Light" panose="020F03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System Layer</a:t>
              </a:r>
              <a:endParaRPr lang="en-IN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6FC4F9-142E-65EF-A79E-020937F2F412}"/>
              </a:ext>
            </a:extLst>
          </p:cNvPr>
          <p:cNvCxnSpPr/>
          <p:nvPr/>
        </p:nvCxnSpPr>
        <p:spPr>
          <a:xfrm>
            <a:off x="4923790" y="3395345"/>
            <a:ext cx="2482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loud 37">
            <a:extLst>
              <a:ext uri="{FF2B5EF4-FFF2-40B4-BE49-F238E27FC236}">
                <a16:creationId xmlns:a16="http://schemas.microsoft.com/office/drawing/2014/main" id="{39E15598-78DF-1484-FF47-BA74471B323D}"/>
              </a:ext>
            </a:extLst>
          </p:cNvPr>
          <p:cNvSpPr/>
          <p:nvPr/>
        </p:nvSpPr>
        <p:spPr>
          <a:xfrm>
            <a:off x="104615" y="3328755"/>
            <a:ext cx="1413022" cy="74465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Salesforce</a:t>
            </a:r>
            <a:endParaRPr lang="en-IN" sz="1200" dirty="0"/>
          </a:p>
        </p:txBody>
      </p:sp>
      <p:pic>
        <p:nvPicPr>
          <p:cNvPr id="2099" name="Picture 51" descr="Email Icon Vector Art, Icons, and Graphics for Free Download">
            <a:extLst>
              <a:ext uri="{FF2B5EF4-FFF2-40B4-BE49-F238E27FC236}">
                <a16:creationId xmlns:a16="http://schemas.microsoft.com/office/drawing/2014/main" id="{08C406AD-95C8-C0AA-727C-233930ECA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334" y="2976805"/>
            <a:ext cx="1406689" cy="140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D4AD9C0-445A-9B79-C6CD-8E23B93EACB2}"/>
              </a:ext>
            </a:extLst>
          </p:cNvPr>
          <p:cNvCxnSpPr>
            <a:stCxn id="22" idx="3"/>
            <a:endCxn id="2099" idx="1"/>
          </p:cNvCxnSpPr>
          <p:nvPr/>
        </p:nvCxnSpPr>
        <p:spPr>
          <a:xfrm flipV="1">
            <a:off x="9413973" y="3680150"/>
            <a:ext cx="103136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77709B2-8B06-3391-7A9B-100326F56D11}"/>
              </a:ext>
            </a:extLst>
          </p:cNvPr>
          <p:cNvSpPr txBox="1"/>
          <p:nvPr/>
        </p:nvSpPr>
        <p:spPr>
          <a:xfrm>
            <a:off x="10076863" y="4071674"/>
            <a:ext cx="2115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Notify Customers</a:t>
            </a:r>
            <a:endParaRPr lang="en-IN" sz="14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9687722-B9C5-BB6A-FA01-04E9F097E15C}"/>
              </a:ext>
            </a:extLst>
          </p:cNvPr>
          <p:cNvCxnSpPr>
            <a:cxnSpLocks/>
          </p:cNvCxnSpPr>
          <p:nvPr/>
        </p:nvCxnSpPr>
        <p:spPr>
          <a:xfrm flipV="1">
            <a:off x="6751838" y="3701911"/>
            <a:ext cx="751689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A9A2367-5ED3-DB41-6AE4-87CA9BA55302}"/>
              </a:ext>
            </a:extLst>
          </p:cNvPr>
          <p:cNvSpPr txBox="1"/>
          <p:nvPr/>
        </p:nvSpPr>
        <p:spPr>
          <a:xfrm>
            <a:off x="566057" y="261257"/>
            <a:ext cx="10112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HIGH LEVEL ARCHITECTURE DESIGN</a:t>
            </a:r>
            <a:endParaRPr lang="en-IN" sz="3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657A3B-D087-E366-3937-044062850697}"/>
              </a:ext>
            </a:extLst>
          </p:cNvPr>
          <p:cNvSpPr txBox="1"/>
          <p:nvPr/>
        </p:nvSpPr>
        <p:spPr>
          <a:xfrm>
            <a:off x="5958662" y="1444702"/>
            <a:ext cx="7687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30 minutes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379943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Harendra Vikma, Dhruvi</dc:creator>
  <cp:lastModifiedBy>Harendra Vikma, Dhruvi</cp:lastModifiedBy>
  <cp:revision>1</cp:revision>
  <dcterms:created xsi:type="dcterms:W3CDTF">2026-07-08T13:27:18Z</dcterms:created>
  <dcterms:modified xsi:type="dcterms:W3CDTF">2026-07-08T14:56:40Z</dcterms:modified>
</cp:coreProperties>
</file>